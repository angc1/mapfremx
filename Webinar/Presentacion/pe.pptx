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8" autoAdjust="0"/>
    <p:restoredTop sz="95045" autoAdjust="0"/>
  </p:normalViewPr>
  <p:slideViewPr>
    <p:cSldViewPr snapToGrid="0">
      <p:cViewPr varScale="1">
        <p:scale>
          <a:sx n="94" d="100"/>
          <a:sy n="94" d="100"/>
        </p:scale>
        <p:origin x="115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gel Diego Carrasco Diaz" userId="48615d2e-0c79-410f-aabd-21932bc60bbd" providerId="ADAL" clId="{3AA6434C-FB1B-4C61-8FDC-0A8F271BF10A}"/>
    <pc:docChg chg="delSld modSld">
      <pc:chgData name="Angel Diego Carrasco Diaz" userId="48615d2e-0c79-410f-aabd-21932bc60bbd" providerId="ADAL" clId="{3AA6434C-FB1B-4C61-8FDC-0A8F271BF10A}" dt="2026-03-02T01:16:47.170" v="6" actId="20577"/>
      <pc:docMkLst>
        <pc:docMk/>
      </pc:docMkLst>
      <pc:sldChg chg="del">
        <pc:chgData name="Angel Diego Carrasco Diaz" userId="48615d2e-0c79-410f-aabd-21932bc60bbd" providerId="ADAL" clId="{3AA6434C-FB1B-4C61-8FDC-0A8F271BF10A}" dt="2026-03-02T01:16:28.744" v="0" actId="47"/>
        <pc:sldMkLst>
          <pc:docMk/>
          <pc:sldMk cId="1818857404" sldId="256"/>
        </pc:sldMkLst>
      </pc:sldChg>
      <pc:sldChg chg="modSp mod">
        <pc:chgData name="Angel Diego Carrasco Diaz" userId="48615d2e-0c79-410f-aabd-21932bc60bbd" providerId="ADAL" clId="{3AA6434C-FB1B-4C61-8FDC-0A8F271BF10A}" dt="2026-03-02T01:16:47.170" v="6" actId="20577"/>
        <pc:sldMkLst>
          <pc:docMk/>
          <pc:sldMk cId="2085024972" sldId="257"/>
        </pc:sldMkLst>
        <pc:spChg chg="mod">
          <ac:chgData name="Angel Diego Carrasco Diaz" userId="48615d2e-0c79-410f-aabd-21932bc60bbd" providerId="ADAL" clId="{3AA6434C-FB1B-4C61-8FDC-0A8F271BF10A}" dt="2026-03-02T01:16:47.170" v="6" actId="20577"/>
          <ac:spMkLst>
            <pc:docMk/>
            <pc:sldMk cId="2085024972" sldId="257"/>
            <ac:spMk id="46" creationId="{1F9AB483-81BE-6E74-76D3-707C6678916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5BF78A-CDD8-B7C4-8301-78159743BB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623F0CA-6B13-FB21-5BDC-28223D8078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084EE5-8BD6-0EC3-9090-449BDAA84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113D3-995E-4F9D-A402-6286A7CF4E9B}" type="datetimeFigureOut">
              <a:rPr lang="es-ES" smtClean="0"/>
              <a:t>02/03/2026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EBC74C-98A2-499A-9E7C-5B4F9DE0D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DD92A8-24BA-47DA-0D58-E7F8D57B5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BC1C9-CAE5-4F7C-A487-A9B733A718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3791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37F5D0-C049-D8B8-D4F0-4D7083C12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79DDD2E-10FE-0284-CC22-CFC208F59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F897ED-52DE-8E73-3C18-5C08030C8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113D3-995E-4F9D-A402-6286A7CF4E9B}" type="datetimeFigureOut">
              <a:rPr lang="es-ES" smtClean="0"/>
              <a:t>02/03/2026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A00243-3241-6AC5-07BD-BABE0BEE5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7E48D9-F11D-27B8-644C-7B9D2AB3D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BC1C9-CAE5-4F7C-A487-A9B733A718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0753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0F34C0-8E7C-4382-FA71-DB572089A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8677A6D-236D-458D-BB5E-8B7A91C9E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0FC73F-4A40-3A55-213F-2974E3779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113D3-995E-4F9D-A402-6286A7CF4E9B}" type="datetimeFigureOut">
              <a:rPr lang="es-ES" smtClean="0"/>
              <a:t>02/03/2026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3F7677-50FF-E9ED-4EEF-125A95E78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98AB0C-0608-193C-AEE5-A220C948C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BC1C9-CAE5-4F7C-A487-A9B733A718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8611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9E5875-82E2-F5C3-5551-595CCC45C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429B44-B576-8EA3-1CA7-E7A6A47A53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4DFF4DC-67EE-02FC-9390-C6D79F66F4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555A487-CDBF-2991-1B25-27BCFE6B5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113D3-995E-4F9D-A402-6286A7CF4E9B}" type="datetimeFigureOut">
              <a:rPr lang="es-ES" smtClean="0"/>
              <a:t>02/03/2026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6E771A-3A37-53F6-6AA6-D6BE9292C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05A8B55-4AAF-77C2-96FB-B14DB24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BC1C9-CAE5-4F7C-A487-A9B733A718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01326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96A894-30CA-41CA-444E-0EE3F7F7A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CF8859D-47E9-E7FD-D116-16A6BCA1F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7062F6E-5F53-1202-E752-6612F3F0DE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BD9B0EB-D513-A61A-6811-32F9AB428B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3EAC75F-09B4-8670-E182-2C99742356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1C25224-344B-CA8B-A26A-A8354AB9A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113D3-995E-4F9D-A402-6286A7CF4E9B}" type="datetimeFigureOut">
              <a:rPr lang="es-ES" smtClean="0"/>
              <a:t>02/03/2026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BC46581-F67C-009C-0134-EEDF68803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B8F3715-AC36-9A9D-62F4-306A5FA00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BC1C9-CAE5-4F7C-A487-A9B733A718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9747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2FA15D-3196-DDDD-1D76-F8563AFB3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7C32097-08C9-0D3B-0062-2F163EC92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113D3-995E-4F9D-A402-6286A7CF4E9B}" type="datetimeFigureOut">
              <a:rPr lang="es-ES" smtClean="0"/>
              <a:t>02/03/2026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DFFBAF3-DBDF-AC3D-FA98-280EF334E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E6E277D-3393-83E6-2E07-538DA5960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BC1C9-CAE5-4F7C-A487-A9B733A718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3715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6EF3E5A-CE27-CAB3-67D7-FC105B4E1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113D3-995E-4F9D-A402-6286A7CF4E9B}" type="datetimeFigureOut">
              <a:rPr lang="es-ES" smtClean="0"/>
              <a:t>02/03/2026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183A7D8-F2E6-805C-58DA-47FF6552B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F0C688-3C56-4660-B765-E21811991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BC1C9-CAE5-4F7C-A487-A9B733A718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18869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7D57C9-16D0-5291-D400-8B984CB1E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EA739A-F315-8D29-4E84-7F0956CA1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E13000-E509-7F6F-827C-DE4AA8293B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A4E839A-AFC4-38FE-2C55-38E7A00BA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113D3-995E-4F9D-A402-6286A7CF4E9B}" type="datetimeFigureOut">
              <a:rPr lang="es-ES" smtClean="0"/>
              <a:t>02/03/2026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DFF758-5946-0CD4-7413-51239420E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3C7ED1-ACE8-E981-0B1F-3AE202A64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BC1C9-CAE5-4F7C-A487-A9B733A718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2546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DA89EA-2815-524C-01D3-716BCD01A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232AB8F-01FB-DA1B-827B-9DE008700B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0088821-13EF-8FFC-3837-C11559CFCB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70697F-3251-7D21-0578-F83D2FEBB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113D3-995E-4F9D-A402-6286A7CF4E9B}" type="datetimeFigureOut">
              <a:rPr lang="es-ES" smtClean="0"/>
              <a:t>02/03/2026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ECA8F35-0FD4-4475-FFB7-72EC8DC98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2A5AFFC-0E3D-4235-1BF1-02C722A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BC1C9-CAE5-4F7C-A487-A9B733A718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2357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5F7E34-3ECB-F18B-BA0E-51F961C1E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8DA7D70-46ED-F509-EB67-CBDC1204DB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5939D5-AC1D-F36B-B961-CEB2357E2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113D3-995E-4F9D-A402-6286A7CF4E9B}" type="datetimeFigureOut">
              <a:rPr lang="es-ES" smtClean="0"/>
              <a:t>02/03/2026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71DF9D-77F5-5018-2082-D9E15B518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83273F-4C47-9894-805E-41D30BFB5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BC1C9-CAE5-4F7C-A487-A9B733A718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1146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5ECF34C-AAA0-B76A-0680-5919844E82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18DE054-C6AF-114A-84B6-9168A0602E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3B74DA-4FCC-9028-3CA0-0D034338A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113D3-995E-4F9D-A402-6286A7CF4E9B}" type="datetimeFigureOut">
              <a:rPr lang="es-ES" smtClean="0"/>
              <a:t>02/03/2026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268F46-D539-4147-87F7-92ED17B6F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6B0EDF-2422-A0E1-DD62-639E4F30D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BC1C9-CAE5-4F7C-A487-A9B733A718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50216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4B77225-9D81-2199-138E-1B89B51B3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BB9A09A-F66B-C5F6-6280-61B20715C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76EFD6-1DE5-D7E5-23AE-512444E985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3113D3-995E-4F9D-A402-6286A7CF4E9B}" type="datetimeFigureOut">
              <a:rPr lang="es-ES" smtClean="0"/>
              <a:t>02/03/2026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091DBA-DA36-A1C9-0B95-1F8A306BF9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71205F-79BB-5B7E-E7E6-FA5D5A4E4A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9BC1C9-CAE5-4F7C-A487-A9B733A7189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0633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12" Type="http://schemas.openxmlformats.org/officeDocument/2006/relationships/image" Target="../media/image11.jpe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ítulo 1">
            <a:extLst>
              <a:ext uri="{FF2B5EF4-FFF2-40B4-BE49-F238E27FC236}">
                <a16:creationId xmlns:a16="http://schemas.microsoft.com/office/drawing/2014/main" id="{4F30D11E-AF1A-703C-1E3A-741BE4EA1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69" y="404665"/>
            <a:ext cx="10707510" cy="432048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Roboto"/>
                <a:cs typeface="Roboto"/>
                <a:sym typeface="Roboto"/>
              </a:rPr>
              <a:t>[01] Platform as a Product</a:t>
            </a:r>
            <a:endParaRPr lang="es-ES" dirty="0">
              <a:latin typeface="+mn-lt"/>
            </a:endParaRPr>
          </a:p>
        </p:txBody>
      </p:sp>
      <p:pic>
        <p:nvPicPr>
          <p:cNvPr id="28" name="Imagen 193">
            <a:extLst>
              <a:ext uri="{FF2B5EF4-FFF2-40B4-BE49-F238E27FC236}">
                <a16:creationId xmlns:a16="http://schemas.microsoft.com/office/drawing/2014/main" id="{F7C43B4A-70BD-F82F-8452-032A71B64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995" y="4366596"/>
            <a:ext cx="3631107" cy="1222644"/>
          </a:xfrm>
          <a:prstGeom prst="rect">
            <a:avLst/>
          </a:prstGeom>
        </p:spPr>
      </p:pic>
      <p:pic>
        <p:nvPicPr>
          <p:cNvPr id="29" name="Picture 13" descr="Backstage: an Open-Source Developer Portal">
            <a:extLst>
              <a:ext uri="{FF2B5EF4-FFF2-40B4-BE49-F238E27FC236}">
                <a16:creationId xmlns:a16="http://schemas.microsoft.com/office/drawing/2014/main" id="{19E4F1FD-50A5-CB45-6A72-54DCB5ABD4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553" t="31733" b="31148"/>
          <a:stretch>
            <a:fillRect/>
          </a:stretch>
        </p:blipFill>
        <p:spPr>
          <a:xfrm>
            <a:off x="5477914" y="3375153"/>
            <a:ext cx="4963718" cy="936104"/>
          </a:xfrm>
          <a:prstGeom prst="rect">
            <a:avLst/>
          </a:prstGeom>
        </p:spPr>
      </p:pic>
      <p:sp>
        <p:nvSpPr>
          <p:cNvPr id="30" name="CuadroTexto 195">
            <a:extLst>
              <a:ext uri="{FF2B5EF4-FFF2-40B4-BE49-F238E27FC236}">
                <a16:creationId xmlns:a16="http://schemas.microsoft.com/office/drawing/2014/main" id="{FE4D4EC1-E638-0487-A4C0-D274B56D3B03}"/>
              </a:ext>
            </a:extLst>
          </p:cNvPr>
          <p:cNvSpPr txBox="1"/>
          <p:nvPr/>
        </p:nvSpPr>
        <p:spPr>
          <a:xfrm>
            <a:off x="6672064" y="4252587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YAML TEMPLATES</a:t>
            </a:r>
          </a:p>
        </p:txBody>
      </p:sp>
      <p:sp>
        <p:nvSpPr>
          <p:cNvPr id="31" name="CuadroTexto 196">
            <a:extLst>
              <a:ext uri="{FF2B5EF4-FFF2-40B4-BE49-F238E27FC236}">
                <a16:creationId xmlns:a16="http://schemas.microsoft.com/office/drawing/2014/main" id="{95E12DFD-3765-A513-E478-D0ACD41399C0}"/>
              </a:ext>
            </a:extLst>
          </p:cNvPr>
          <p:cNvSpPr txBox="1"/>
          <p:nvPr/>
        </p:nvSpPr>
        <p:spPr>
          <a:xfrm>
            <a:off x="2711624" y="5627404"/>
            <a:ext cx="2933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/>
              <a:t>GEN AI + AGENTIC</a:t>
            </a:r>
          </a:p>
        </p:txBody>
      </p:sp>
      <p:pic>
        <p:nvPicPr>
          <p:cNvPr id="32" name="Imagen 197">
            <a:extLst>
              <a:ext uri="{FF2B5EF4-FFF2-40B4-BE49-F238E27FC236}">
                <a16:creationId xmlns:a16="http://schemas.microsoft.com/office/drawing/2014/main" id="{7E7BB47F-BB66-2E09-A3A8-7F0CFC0DE7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2760" y="5146670"/>
            <a:ext cx="2277019" cy="1188343"/>
          </a:xfrm>
          <a:prstGeom prst="rect">
            <a:avLst/>
          </a:prstGeom>
        </p:spPr>
      </p:pic>
      <p:sp>
        <p:nvSpPr>
          <p:cNvPr id="33" name="CuadroTexto 198">
            <a:extLst>
              <a:ext uri="{FF2B5EF4-FFF2-40B4-BE49-F238E27FC236}">
                <a16:creationId xmlns:a16="http://schemas.microsoft.com/office/drawing/2014/main" id="{C6880332-CA1C-9A4D-3C6C-DF1A1A1AF85F}"/>
              </a:ext>
            </a:extLst>
          </p:cNvPr>
          <p:cNvSpPr txBox="1"/>
          <p:nvPr/>
        </p:nvSpPr>
        <p:spPr>
          <a:xfrm>
            <a:off x="7682592" y="6406847"/>
            <a:ext cx="3883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CONTINUOUS TRAINING</a:t>
            </a:r>
          </a:p>
        </p:txBody>
      </p:sp>
      <p:pic>
        <p:nvPicPr>
          <p:cNvPr id="35" name="Imagen 389">
            <a:extLst>
              <a:ext uri="{FF2B5EF4-FFF2-40B4-BE49-F238E27FC236}">
                <a16:creationId xmlns:a16="http://schemas.microsoft.com/office/drawing/2014/main" id="{395A307E-FA20-CB79-4A32-9806137380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3847" y="3211972"/>
            <a:ext cx="1400175" cy="514350"/>
          </a:xfrm>
          <a:prstGeom prst="rect">
            <a:avLst/>
          </a:prstGeom>
        </p:spPr>
      </p:pic>
      <p:pic>
        <p:nvPicPr>
          <p:cNvPr id="36" name="Picture 2" descr="Spotify Backstage | Now Available: Spotify Plugins for Backstage">
            <a:extLst>
              <a:ext uri="{FF2B5EF4-FFF2-40B4-BE49-F238E27FC236}">
                <a16:creationId xmlns:a16="http://schemas.microsoft.com/office/drawing/2014/main" id="{A4A5E2AB-921A-10F1-8425-0076061A8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5174" y="4386118"/>
            <a:ext cx="2197797" cy="1154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 descr="Spotify for Backstage Wrapped 2023: A year of firsts! | Spotify for ...">
            <a:extLst>
              <a:ext uri="{FF2B5EF4-FFF2-40B4-BE49-F238E27FC236}">
                <a16:creationId xmlns:a16="http://schemas.microsoft.com/office/drawing/2014/main" id="{BE9F3B0D-CE38-A5D8-FE1B-E5F4C6489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4106" y="3372143"/>
            <a:ext cx="1544542" cy="810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6" descr="Claude Sonnet 4 \ Anthropic">
            <a:extLst>
              <a:ext uri="{FF2B5EF4-FFF2-40B4-BE49-F238E27FC236}">
                <a16:creationId xmlns:a16="http://schemas.microsoft.com/office/drawing/2014/main" id="{97FED661-8927-CC90-A3F8-47CAB42159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602" y="2442553"/>
            <a:ext cx="1743708" cy="915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GitHub launches Copilot Pro+ with GPT-4.5, MCP Server, agent mode in VS ...">
            <a:extLst>
              <a:ext uri="{FF2B5EF4-FFF2-40B4-BE49-F238E27FC236}">
                <a16:creationId xmlns:a16="http://schemas.microsoft.com/office/drawing/2014/main" id="{F59248CA-7D5E-7EAA-EF0B-3564618E64D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41994" y="2446429"/>
            <a:ext cx="3634365" cy="1926071"/>
          </a:xfrm>
          <a:prstGeom prst="rect">
            <a:avLst/>
          </a:prstGeom>
        </p:spPr>
      </p:pic>
      <p:pic>
        <p:nvPicPr>
          <p:cNvPr id="40" name="Picture 8" descr="Accelerating Development with VSCode, GitHub Copilot Agent Mode, and ...">
            <a:extLst>
              <a:ext uri="{FF2B5EF4-FFF2-40B4-BE49-F238E27FC236}">
                <a16:creationId xmlns:a16="http://schemas.microsoft.com/office/drawing/2014/main" id="{E70EC5B4-8E36-5243-6829-555C3130D6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3531" y="2449979"/>
            <a:ext cx="1544542" cy="817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10" descr="Microsoft Copilot gets GPT-5 upgrade - here's what it means for you">
            <a:extLst>
              <a:ext uri="{FF2B5EF4-FFF2-40B4-BE49-F238E27FC236}">
                <a16:creationId xmlns:a16="http://schemas.microsoft.com/office/drawing/2014/main" id="{A5E5E4A3-4896-C97D-F662-2B4D41929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44" y="3356488"/>
            <a:ext cx="1746965" cy="980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12" descr="Gemini 2.5 Pro is generally available in Copilot - GitHub Changelog">
            <a:extLst>
              <a:ext uri="{FF2B5EF4-FFF2-40B4-BE49-F238E27FC236}">
                <a16:creationId xmlns:a16="http://schemas.microsoft.com/office/drawing/2014/main" id="{68C9FD99-6179-C114-EEFC-1AF83759DF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53" t="21606" b="20499"/>
          <a:stretch/>
        </p:blipFill>
        <p:spPr bwMode="auto">
          <a:xfrm>
            <a:off x="191344" y="4315733"/>
            <a:ext cx="1746965" cy="975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14" descr="Agent Squad - 开源的多 Agents 对话编排框架 | AI工具集">
            <a:extLst>
              <a:ext uri="{FF2B5EF4-FFF2-40B4-BE49-F238E27FC236}">
                <a16:creationId xmlns:a16="http://schemas.microsoft.com/office/drawing/2014/main" id="{ED02938E-A4AC-EF76-6A00-49A9BB4C31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83" t="34134" r="10229" b="42346"/>
          <a:stretch/>
        </p:blipFill>
        <p:spPr bwMode="auto">
          <a:xfrm>
            <a:off x="191344" y="5290977"/>
            <a:ext cx="1746965" cy="298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16" descr="Releases · ollama/ollama · GitHub">
            <a:extLst>
              <a:ext uri="{FF2B5EF4-FFF2-40B4-BE49-F238E27FC236}">
                <a16:creationId xmlns:a16="http://schemas.microsoft.com/office/drawing/2014/main" id="{B001E02B-D09F-FD26-078D-7BFEE72C9E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58" y="5591749"/>
            <a:ext cx="1750651" cy="875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18" descr="Use Linear with AI | Clio AI">
            <a:extLst>
              <a:ext uri="{FF2B5EF4-FFF2-40B4-BE49-F238E27FC236}">
                <a16:creationId xmlns:a16="http://schemas.microsoft.com/office/drawing/2014/main" id="{F52E9B56-DA71-9937-BE5C-DBB0F5CE8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8854" y="6122656"/>
            <a:ext cx="1753582" cy="383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CuadroTexto 400">
            <a:extLst>
              <a:ext uri="{FF2B5EF4-FFF2-40B4-BE49-F238E27FC236}">
                <a16:creationId xmlns:a16="http://schemas.microsoft.com/office/drawing/2014/main" id="{1F9AB483-81BE-6E74-76D3-707C6678916E}"/>
              </a:ext>
            </a:extLst>
          </p:cNvPr>
          <p:cNvSpPr txBox="1"/>
          <p:nvPr/>
        </p:nvSpPr>
        <p:spPr>
          <a:xfrm>
            <a:off x="2207569" y="6467075"/>
            <a:ext cx="2470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dirty="0"/>
              <a:t>REQUIREMENTS</a:t>
            </a:r>
          </a:p>
        </p:txBody>
      </p:sp>
      <p:pic>
        <p:nvPicPr>
          <p:cNvPr id="47" name="Picture 2" descr="How to set up Azure Active Directory SSO &amp; DevOps Integrations in ...">
            <a:extLst>
              <a:ext uri="{FF2B5EF4-FFF2-40B4-BE49-F238E27FC236}">
                <a16:creationId xmlns:a16="http://schemas.microsoft.com/office/drawing/2014/main" id="{3C0CD46F-EE2F-8A92-188C-C86193A8D6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87" b="15663"/>
          <a:stretch/>
        </p:blipFill>
        <p:spPr bwMode="auto">
          <a:xfrm>
            <a:off x="7381192" y="2368480"/>
            <a:ext cx="2243199" cy="887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Subtítulo 4">
            <a:extLst>
              <a:ext uri="{FF2B5EF4-FFF2-40B4-BE49-F238E27FC236}">
                <a16:creationId xmlns:a16="http://schemas.microsoft.com/office/drawing/2014/main" id="{3AD36C4F-1351-DAB2-F76E-625F7B9237D2}"/>
              </a:ext>
            </a:extLst>
          </p:cNvPr>
          <p:cNvSpPr txBox="1">
            <a:spLocks/>
          </p:cNvSpPr>
          <p:nvPr/>
        </p:nvSpPr>
        <p:spPr>
          <a:xfrm>
            <a:off x="270296" y="1113575"/>
            <a:ext cx="11667703" cy="38596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Tools to improve maintenance service efficiency using Generative AI &amp; Platform Engineering</a:t>
            </a:r>
            <a:endParaRPr lang="en-US" sz="1600" dirty="0"/>
          </a:p>
        </p:txBody>
      </p:sp>
      <p:pic>
        <p:nvPicPr>
          <p:cNvPr id="49" name="Imagen 48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581A6645-8886-9BC5-2825-E47E5101B9A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35960" y="4592732"/>
            <a:ext cx="1676803" cy="2270728"/>
          </a:xfrm>
          <a:prstGeom prst="rect">
            <a:avLst/>
          </a:prstGeom>
        </p:spPr>
      </p:pic>
      <p:sp>
        <p:nvSpPr>
          <p:cNvPr id="51" name="Rectangle 2">
            <a:extLst>
              <a:ext uri="{FF2B5EF4-FFF2-40B4-BE49-F238E27FC236}">
                <a16:creationId xmlns:a16="http://schemas.microsoft.com/office/drawing/2014/main" id="{9F9664AC-FE73-166F-997B-7D7587878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658" y="1425486"/>
            <a:ext cx="1173404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 </a:t>
            </a:r>
            <a:r>
              <a:rPr kumimoji="0" lang="es-ES" altLang="es-E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Copilot</a:t>
            </a:r>
            <a:r>
              <a:rPr kumimoji="0" lang="es-ES" altLang="es-E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AI-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powered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coding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assistant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based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Generative AI (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GenAI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Agentic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capabilities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[MCP Server &amp; A2A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protocol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]).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Backstage: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single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developer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portal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based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YAML </a:t>
            </a:r>
            <a:r>
              <a:rPr kumimoji="0" lang="es-ES" altLang="es-E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templates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cataloging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documenting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managing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software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components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ability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such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CI/CD,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monitoring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etc. in </a:t>
            </a:r>
            <a:r>
              <a:rPr kumimoji="0" lang="es-ES" altLang="es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ES" altLang="es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future</a:t>
            </a:r>
          </a:p>
        </p:txBody>
      </p:sp>
    </p:spTree>
    <p:extLst>
      <p:ext uri="{BB962C8B-B14F-4D97-AF65-F5344CB8AC3E}">
        <p14:creationId xmlns:p14="http://schemas.microsoft.com/office/powerpoint/2010/main" val="20850249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90</Words>
  <Application>Microsoft Office PowerPoint</Application>
  <PresentationFormat>Panorámica</PresentationFormat>
  <Paragraphs>9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Roboto</vt:lpstr>
      <vt:lpstr>Tema de Office</vt:lpstr>
      <vt:lpstr>[01] Platform as a Product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Angel Diego Carrasco Diaz</dc:creator>
  <cp:lastModifiedBy>Angel Diego Carrasco Diaz</cp:lastModifiedBy>
  <cp:revision>1</cp:revision>
  <dcterms:created xsi:type="dcterms:W3CDTF">2026-03-02T00:57:26Z</dcterms:created>
  <dcterms:modified xsi:type="dcterms:W3CDTF">2026-03-02T01:16:54Z</dcterms:modified>
</cp:coreProperties>
</file>